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7"/>
  </p:notesMasterIdLst>
  <p:handoutMasterIdLst>
    <p:handoutMasterId r:id="rId18"/>
  </p:handoutMasterIdLst>
  <p:sldIdLst>
    <p:sldId id="277" r:id="rId4"/>
    <p:sldId id="399" r:id="rId5"/>
    <p:sldId id="409" r:id="rId6"/>
    <p:sldId id="400" r:id="rId7"/>
    <p:sldId id="401" r:id="rId8"/>
    <p:sldId id="402" r:id="rId9"/>
    <p:sldId id="410" r:id="rId10"/>
    <p:sldId id="403" r:id="rId11"/>
    <p:sldId id="404" r:id="rId12"/>
    <p:sldId id="411" r:id="rId13"/>
    <p:sldId id="405" r:id="rId14"/>
    <p:sldId id="406" r:id="rId15"/>
    <p:sldId id="40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691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223823" y="1474997"/>
            <a:ext cx="7739931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 WITH AIML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sz="3600" b="1" dirty="0"/>
              <a:t>Performance Analysis of Machine Learning</a:t>
            </a:r>
            <a:endParaRPr lang="en-IN" sz="3600" dirty="0"/>
          </a:p>
          <a:p>
            <a:pPr algn="ctr"/>
            <a:r>
              <a:rPr lang="en-IN" sz="3600" b="1" dirty="0"/>
              <a:t>Classifiers for Malicious Identification</a:t>
            </a:r>
            <a:endParaRPr lang="en-IN" sz="360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83339" y="4546335"/>
            <a:ext cx="46950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Submitted by: </a:t>
            </a:r>
          </a:p>
          <a:p>
            <a:pPr marL="457200" indent="-457200">
              <a:buAutoNum type="arabicPeriod"/>
            </a:pPr>
            <a:r>
              <a:rPr lang="en-US" sz="2000"/>
              <a:t>Vamsi Krishna Chirala       (22BAI71026)</a:t>
            </a:r>
          </a:p>
          <a:p>
            <a:pPr marL="457200" indent="-457200">
              <a:buAutoNum type="arabicPeriod"/>
            </a:pPr>
            <a:r>
              <a:rPr lang="en-US" sz="2000"/>
              <a:t>Bhavani Prasad                  (22BAI70470)</a:t>
            </a:r>
          </a:p>
          <a:p>
            <a:pPr marL="457200" indent="-457200">
              <a:buAutoNum type="arabicPeriod"/>
            </a:pPr>
            <a:r>
              <a:rPr lang="en-US" sz="2000"/>
              <a:t>Prabhath                             (22BAI70029)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Prof. Shanu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Objectives of the work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8DC4-563D-BD90-E811-F3F755D3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21C2FA-AAA7-3FA0-467E-E4B75ADFC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19"/>
          <a:stretch>
            <a:fillRect/>
          </a:stretch>
        </p:blipFill>
        <p:spPr>
          <a:xfrm>
            <a:off x="2165757" y="1820174"/>
            <a:ext cx="7860485" cy="43222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31B88-71B5-AC3E-96E5-0B7D8605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5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Cybersecurity threats are increasing rapidly due to digital transformation </a:t>
            </a:r>
          </a:p>
          <a:p>
            <a:r>
              <a:rPr lang="en-US" dirty="0"/>
              <a:t>Traditional rule-based systems fail to detect unknown attacks </a:t>
            </a:r>
          </a:p>
          <a:p>
            <a:r>
              <a:rPr lang="en-US" dirty="0"/>
              <a:t>Machine Learning provides adaptive and intelligent detection </a:t>
            </a:r>
          </a:p>
          <a:p>
            <a:r>
              <a:rPr lang="en-US" dirty="0"/>
              <a:t>Helps in identifying malicious patterns from large-scale data </a:t>
            </a:r>
          </a:p>
          <a:p>
            <a:r>
              <a:rPr lang="en-US" dirty="0"/>
              <a:t>Enables automated and faster decision-making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8513708-F0F8-2646-5FCC-32EA2CEA3E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770" y="1274263"/>
            <a:ext cx="90994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suffer from high false positive rates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detecting zero-day and evolving attacks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volume of network data makes manual analysis difficult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efficient, accurate, and scalable detection system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comparative analysis among multiple ML models </a:t>
            </a: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r>
              <a:rPr lang="en-US"/>
              <a:t>of the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performance of various ML classifiers</a:t>
            </a:r>
          </a:p>
          <a:p>
            <a:r>
              <a:rPr lang="en-US" dirty="0"/>
              <a:t>To improve detection accuracy and reduce false alarms</a:t>
            </a:r>
          </a:p>
          <a:p>
            <a:r>
              <a:rPr lang="en-US" dirty="0"/>
              <a:t>To extract meaningful features from raw data</a:t>
            </a:r>
          </a:p>
          <a:p>
            <a:r>
              <a:rPr lang="en-US" dirty="0"/>
              <a:t>To compare models using standard evaluation metrics</a:t>
            </a:r>
          </a:p>
          <a:p>
            <a:r>
              <a:rPr lang="en-US" dirty="0"/>
              <a:t>To identify the best-performing classifier for malicious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B7C6E3-AF87-BF2B-2750-F1FBC647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C7F43-BCCD-5DE2-0708-723021ADD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15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collected from benchmark datasets (KDD Cup 99, CICIDS 2017, UNSW-NB15)</a:t>
            </a:r>
          </a:p>
          <a:p>
            <a:r>
              <a:rPr lang="en-IN" dirty="0"/>
              <a:t>Data preprocessing: cleaning, handling missing values, normalization</a:t>
            </a:r>
          </a:p>
          <a:p>
            <a:r>
              <a:rPr lang="en-IN" dirty="0"/>
              <a:t>Feature engineering: statistical, temporal, and protocol-based features</a:t>
            </a:r>
          </a:p>
          <a:p>
            <a:r>
              <a:rPr lang="en-IN" dirty="0"/>
              <a:t>Feature selection using PCA and RFE to reduce dimensionality</a:t>
            </a:r>
          </a:p>
          <a:p>
            <a:r>
              <a:rPr lang="en-IN" dirty="0"/>
              <a:t>Multiple ML models trained (RF, SVM, KNN, NB, DT, NN)</a:t>
            </a:r>
          </a:p>
          <a:p>
            <a:r>
              <a:rPr lang="en-IN" dirty="0"/>
              <a:t>Hyperparameter tuning using Grid Search and Cross-Validation</a:t>
            </a:r>
          </a:p>
          <a:p>
            <a:r>
              <a:rPr lang="en-IN" dirty="0"/>
              <a:t>Models evaluated using standard performance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models were evaluated using accuracy, precision, recall, and F1-score </a:t>
            </a:r>
          </a:p>
          <a:p>
            <a:r>
              <a:rPr lang="en-US" dirty="0"/>
              <a:t>Random Forest and Neural Network showed higher accuracy compared to others </a:t>
            </a:r>
          </a:p>
          <a:p>
            <a:r>
              <a:rPr lang="en-US" dirty="0"/>
              <a:t>Reduced false positive rate achieved after feature selection </a:t>
            </a:r>
          </a:p>
          <a:p>
            <a:r>
              <a:rPr lang="en-US" dirty="0"/>
              <a:t>System successfully classified data into: </a:t>
            </a:r>
          </a:p>
          <a:p>
            <a:pPr lvl="1"/>
            <a:r>
              <a:rPr lang="en-US" dirty="0"/>
              <a:t>Malicious </a:t>
            </a:r>
          </a:p>
          <a:p>
            <a:pPr lvl="1"/>
            <a:r>
              <a:rPr lang="en-US" dirty="0"/>
              <a:t>Benign </a:t>
            </a:r>
          </a:p>
          <a:p>
            <a:r>
              <a:rPr lang="en-US" dirty="0"/>
              <a:t>Output includes detection results and alert generation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F519-BF91-BBD4-2E02-26EA447D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and Output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6C5B42-C258-B400-423E-B815639DA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7509" y="1825625"/>
            <a:ext cx="4416982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03077-2329-9E96-F76C-90D438F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improves accuracy of malicious detection systems</a:t>
            </a:r>
          </a:p>
          <a:p>
            <a:r>
              <a:rPr lang="en-US" dirty="0"/>
              <a:t>Comparative analysis helps identify the most efficient classifier</a:t>
            </a:r>
          </a:p>
          <a:p>
            <a:r>
              <a:rPr lang="en-US" dirty="0"/>
              <a:t>Feature selection significantly enhances performance</a:t>
            </a:r>
          </a:p>
          <a:p>
            <a:r>
              <a:rPr lang="en-US" dirty="0"/>
              <a:t>The proposed system is effective, scalable, and reliable</a:t>
            </a:r>
          </a:p>
          <a:p>
            <a:r>
              <a:rPr lang="en-US" dirty="0"/>
              <a:t>Provides a strong foundation for intelligent cybersecurity solutions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 using deep learning models (CNN, RNN) </a:t>
            </a:r>
          </a:p>
          <a:p>
            <a:r>
              <a:rPr lang="en-US" dirty="0"/>
              <a:t>Real-time intrusion detection system development </a:t>
            </a:r>
          </a:p>
          <a:p>
            <a:r>
              <a:rPr lang="en-US" dirty="0"/>
              <a:t>Integration with cloud platforms (AWS, Azure) </a:t>
            </a:r>
          </a:p>
          <a:p>
            <a:r>
              <a:rPr lang="en-US" dirty="0"/>
              <a:t>Use of AI-based adaptive and self-learning systems </a:t>
            </a:r>
          </a:p>
          <a:p>
            <a:r>
              <a:rPr lang="en-US" dirty="0"/>
              <a:t>Deployment in real-world enterprise environments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[1] S. Axelsson, “Intrusion detection systems: A survey and taxonomy,” Technical Report, Chalmers University of Technology, 2000. </a:t>
            </a:r>
          </a:p>
          <a:p>
            <a:r>
              <a:rPr lang="en-IN" dirty="0"/>
              <a:t>[2] D. E. Denning, “An intrusion-detection model,” IEEE Transactions on Software Engineering, vol. SE-13, no. 2, pp. 222 232, 1987. </a:t>
            </a:r>
          </a:p>
          <a:p>
            <a:r>
              <a:rPr lang="en-IN" dirty="0"/>
              <a:t>[3] W. Lee and S. J. Stolfo, “Data mining approaches for intrusion detection,” Proceedings of the 7th USENIX Security Symposium, pp. 79–94, </a:t>
            </a:r>
            <a:r>
              <a:rPr lang="en-IN"/>
              <a:t>1998.</a:t>
            </a:r>
          </a:p>
          <a:p>
            <a:r>
              <a:rPr lang="en-IN"/>
              <a:t> </a:t>
            </a:r>
            <a:r>
              <a:rPr lang="en-IN" dirty="0"/>
              <a:t>[4] K. Kendall, “A database of computer attacks for the evaluation of intrusion detection systems,” MIT Master’s Thesis, 1999.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6154</TotalTime>
  <Words>557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</vt:lpstr>
      <vt:lpstr>Introduction to Project</vt:lpstr>
      <vt:lpstr>Problem Formulation</vt:lpstr>
      <vt:lpstr>Objectives of the Work</vt:lpstr>
      <vt:lpstr>PowerPoint Presentation</vt:lpstr>
      <vt:lpstr>Methodology used</vt:lpstr>
      <vt:lpstr>Results and Outputs</vt:lpstr>
      <vt:lpstr>Result and Output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HAPPY DARLZ</cp:lastModifiedBy>
  <cp:revision>493</cp:revision>
  <dcterms:created xsi:type="dcterms:W3CDTF">2019-01-09T10:33:58Z</dcterms:created>
  <dcterms:modified xsi:type="dcterms:W3CDTF">2026-04-22T17:17:05Z</dcterms:modified>
</cp:coreProperties>
</file>